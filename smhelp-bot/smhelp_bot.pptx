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65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4649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4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2229307" y="1186891"/>
            <a:ext cx="7733995" cy="44842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33802" y="2434133"/>
            <a:ext cx="7125005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kern="0" spc="-96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Smhelp</a:t>
            </a:r>
            <a:r>
              <a:rPr lang="en-US" sz="4800" b="1" kern="0" spc="-96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-bot </a:t>
            </a:r>
            <a:r>
              <a:rPr lang="en-US" sz="4800" b="1" kern="0" spc="-96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소개</a:t>
            </a:r>
            <a:r>
              <a:rPr lang="en-US" sz="4800" b="1" kern="0" spc="-96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4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5715000" y="4004158"/>
            <a:ext cx="761695" cy="5760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569464" y="4347058"/>
            <a:ext cx="705368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기반 문의 검색·요약 봇</a:t>
            </a:r>
            <a:endParaRPr lang="en-US" sz="21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자연어·키워드 검색과 메일 필터링으로 업무 응대를 자동화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096305" y="0"/>
            <a:ext cx="6096305" cy="6858000"/>
          </a:xfrm>
          <a:custGeom>
            <a:avLst/>
            <a:gdLst/>
            <a:ahLst/>
            <a:cxnLst/>
            <a:rect l="l" t="t" r="r" b="b"/>
            <a:pathLst>
              <a:path w="6096305" h="6858000">
                <a:moveTo>
                  <a:pt x="1219261" y="0"/>
                </a:moveTo>
                <a:lnTo>
                  <a:pt x="6096305" y="0"/>
                </a:lnTo>
                <a:lnTo>
                  <a:pt x="609630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35817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개요</a:t>
            </a:r>
            <a:endParaRPr lang="en-US" sz="3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71500" y="1167689"/>
            <a:ext cx="952805" cy="57607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571500" y="2082089"/>
            <a:ext cx="3492094" cy="4204411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71500" y="2082089"/>
            <a:ext cx="3473806" cy="57607"/>
          </a:xfrm>
          <a:prstGeom prst="rect">
            <a:avLst/>
          </a:prstGeom>
          <a:solidFill>
            <a:srgbClr val="6366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866851" y="2424989"/>
            <a:ext cx="666598" cy="666598"/>
          </a:xfrm>
          <a:prstGeom prst="roundRect">
            <a:avLst>
              <a:gd name="adj" fmla="val 31354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1009498" y="2606040"/>
            <a:ext cx="381305" cy="30449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66851" y="3330245"/>
            <a:ext cx="3096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 기반 문의 조회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1057046" y="3863340"/>
            <a:ext cx="2791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Slack 한 줄 요청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자연스러운 질문 입력</a:t>
            </a:r>
            <a:endParaRPr lang="en-US" sz="12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rcRect l="-3120" r="-3120"/>
          <a:stretch/>
        </p:blipFill>
        <p:spPr>
          <a:xfrm>
            <a:off x="866851" y="3910889"/>
            <a:ext cx="75895" cy="1143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57046" y="4463186"/>
            <a:ext cx="2791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및 </a:t>
            </a:r>
            <a:r>
              <a:rPr lang="en-US" sz="1200" b="1" dirty="0" err="1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추출</a:t>
            </a:r>
            <a:endParaRPr lang="en-US" sz="1200" b="1" dirty="0">
              <a:solidFill>
                <a:srgbClr val="334155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NLP로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키워드와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의도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파악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rcRect l="-3120" r="-3120"/>
          <a:stretch/>
        </p:blipFill>
        <p:spPr>
          <a:xfrm>
            <a:off x="866851" y="4510735"/>
            <a:ext cx="75895" cy="114300"/>
          </a:xfrm>
          <a:prstGeom prst="rect">
            <a:avLst/>
          </a:prstGeom>
        </p:spPr>
      </p:pic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4349801" y="2082089"/>
            <a:ext cx="3492094" cy="4204411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4349801" y="2082089"/>
            <a:ext cx="3473806" cy="57607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6"/>
          <p:cNvSpPr/>
          <p:nvPr/>
        </p:nvSpPr>
        <p:spPr>
          <a:xfrm>
            <a:off x="4645152" y="2424989"/>
            <a:ext cx="666598" cy="666598"/>
          </a:xfrm>
          <a:prstGeom prst="roundRect">
            <a:avLst>
              <a:gd name="adj" fmla="val 31354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826203" y="2606040"/>
            <a:ext cx="304495" cy="304495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4645152" y="3330245"/>
            <a:ext cx="3096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기반 검색</a:t>
            </a:r>
            <a:endParaRPr lang="en-US" sz="1800" dirty="0"/>
          </a:p>
        </p:txBody>
      </p:sp>
      <p:sp>
        <p:nvSpPr>
          <p:cNvPr id="30" name="Text 18"/>
          <p:cNvSpPr txBox="1"/>
          <p:nvPr/>
        </p:nvSpPr>
        <p:spPr>
          <a:xfrm>
            <a:off x="4835347" y="3863340"/>
            <a:ext cx="2791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정형 데이터 인식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매핑된 키워드 및 접수번호</a:t>
            </a:r>
            <a:endParaRPr lang="en-US" sz="12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9"/>
          <a:srcRect l="-3120" r="-3120"/>
          <a:stretch/>
        </p:blipFill>
        <p:spPr>
          <a:xfrm>
            <a:off x="4645152" y="3910889"/>
            <a:ext cx="75895" cy="11430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4835347" y="4463186"/>
            <a:ext cx="2791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 매칭 조회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MySQL 매칭 또는 LIKE 검색 수행</a:t>
            </a:r>
            <a:endParaRPr lang="en-US" sz="12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9"/>
          <a:srcRect l="-3120" r="-3120"/>
          <a:stretch/>
        </p:blipFill>
        <p:spPr>
          <a:xfrm>
            <a:off x="4645152" y="4510735"/>
            <a:ext cx="75895" cy="114300"/>
          </a:xfrm>
          <a:prstGeom prst="rect">
            <a:avLst/>
          </a:prstGeom>
        </p:spPr>
      </p:pic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128102" y="2082089"/>
            <a:ext cx="3492094" cy="4204411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8128102" y="2082089"/>
            <a:ext cx="3473806" cy="57607"/>
          </a:xfrm>
          <a:prstGeom prst="rect">
            <a:avLst/>
          </a:prstGeom>
          <a:solidFill>
            <a:srgbClr val="EC48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3"/>
          <p:cNvSpPr/>
          <p:nvPr/>
        </p:nvSpPr>
        <p:spPr>
          <a:xfrm>
            <a:off x="8423453" y="2424989"/>
            <a:ext cx="666598" cy="666598"/>
          </a:xfrm>
          <a:prstGeom prst="roundRect">
            <a:avLst>
              <a:gd name="adj" fmla="val 31354"/>
            </a:avLst>
          </a:prstGeom>
          <a:solidFill>
            <a:srgbClr val="FCE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15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604504" y="2606040"/>
            <a:ext cx="304495" cy="304495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8423453" y="3330245"/>
            <a:ext cx="3096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 필터링 및 요약</a:t>
            </a:r>
            <a:endParaRPr lang="en-US" sz="1800" dirty="0"/>
          </a:p>
        </p:txBody>
      </p:sp>
      <p:sp>
        <p:nvSpPr>
          <p:cNvPr id="43" name="Text 25"/>
          <p:cNvSpPr txBox="1"/>
          <p:nvPr/>
        </p:nvSpPr>
        <p:spPr>
          <a:xfrm>
            <a:off x="8613648" y="3863340"/>
            <a:ext cx="2791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IMAP 수집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Gmail 실시간 모니터링 및 파싱</a:t>
            </a:r>
            <a:endParaRPr lang="en-US" sz="1200" dirty="0"/>
          </a:p>
        </p:txBody>
      </p:sp>
      <p:pic>
        <p:nvPicPr>
          <p:cNvPr id="44" name="Image 16" descr="preencoded.png"/>
          <p:cNvPicPr>
            <a:picLocks noChangeAspect="1"/>
          </p:cNvPicPr>
          <p:nvPr/>
        </p:nvPicPr>
        <p:blipFill>
          <a:blip r:embed="rId11"/>
          <a:srcRect l="-3120" r="-3120"/>
          <a:stretch/>
        </p:blipFill>
        <p:spPr>
          <a:xfrm>
            <a:off x="8423453" y="3910889"/>
            <a:ext cx="75895" cy="114300"/>
          </a:xfrm>
          <a:prstGeom prst="rect">
            <a:avLst/>
          </a:prstGeom>
        </p:spPr>
      </p:pic>
      <p:sp>
        <p:nvSpPr>
          <p:cNvPr id="45" name="Text 26"/>
          <p:cNvSpPr txBox="1"/>
          <p:nvPr/>
        </p:nvSpPr>
        <p:spPr>
          <a:xfrm>
            <a:off x="8613648" y="4463186"/>
            <a:ext cx="2791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필터링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조건/도메인 필터 후 GPT 3줄 요약</a:t>
            </a:r>
            <a:endParaRPr lang="en-US" sz="1200" dirty="0"/>
          </a:p>
        </p:txBody>
      </p:sp>
      <p:pic>
        <p:nvPicPr>
          <p:cNvPr id="46" name="Image 17" descr="preencoded.png"/>
          <p:cNvPicPr>
            <a:picLocks noChangeAspect="1"/>
          </p:cNvPicPr>
          <p:nvPr/>
        </p:nvPicPr>
        <p:blipFill>
          <a:blip r:embed="rId11"/>
          <a:srcRect l="-3120" r="-3120"/>
          <a:stretch/>
        </p:blipFill>
        <p:spPr>
          <a:xfrm>
            <a:off x="8423453" y="4510735"/>
            <a:ext cx="75895" cy="114300"/>
          </a:xfrm>
          <a:prstGeom prst="rect">
            <a:avLst/>
          </a:prstGeom>
        </p:spPr>
      </p:pic>
      <p:sp>
        <p:nvSpPr>
          <p:cNvPr id="47" name="Text 27"/>
          <p:cNvSpPr txBox="1"/>
          <p:nvPr/>
        </p:nvSpPr>
        <p:spPr>
          <a:xfrm>
            <a:off x="8652053" y="5063033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Slack 알림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채널로 핵심 내용 즉시 전송</a:t>
            </a:r>
            <a:endParaRPr lang="en-US" sz="1200" dirty="0"/>
          </a:p>
        </p:txBody>
      </p:sp>
      <p:pic>
        <p:nvPicPr>
          <p:cNvPr id="48" name="Image 18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423453" y="5111496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925105" y="0"/>
            <a:ext cx="426750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925105" y="0"/>
            <a:ext cx="9144" cy="685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381305" y="4762195"/>
            <a:ext cx="1904695" cy="19046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71500" y="381305"/>
            <a:ext cx="529071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 기반 문의 조회</a:t>
            </a:r>
            <a:endParaRPr lang="en-US" sz="3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 l="-60" r="-60"/>
          <a:stretch/>
        </p:blipFill>
        <p:spPr>
          <a:xfrm>
            <a:off x="571500" y="1004011"/>
            <a:ext cx="761695" cy="47549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1333195" y="1478585"/>
            <a:ext cx="9525305" cy="495330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1343254" y="1487729"/>
            <a:ext cx="9506102" cy="342900"/>
          </a:xfrm>
          <a:prstGeom prst="roundRect">
            <a:avLst>
              <a:gd name="adj" fmla="val 118519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7"/>
          <p:cNvSpPr/>
          <p:nvPr/>
        </p:nvSpPr>
        <p:spPr>
          <a:xfrm>
            <a:off x="1343254" y="1821485"/>
            <a:ext cx="9506102" cy="9144"/>
          </a:xfrm>
          <a:prstGeom prst="roundRect">
            <a:avLst>
              <a:gd name="adj" fmla="val 4444444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8"/>
          <p:cNvSpPr/>
          <p:nvPr/>
        </p:nvSpPr>
        <p:spPr>
          <a:xfrm>
            <a:off x="1495044" y="1606601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9"/>
          <p:cNvSpPr/>
          <p:nvPr/>
        </p:nvSpPr>
        <p:spPr>
          <a:xfrm>
            <a:off x="1666951" y="1606601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1837944" y="1606601"/>
            <a:ext cx="95098" cy="9509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2"/>
          <p:cNvSpPr/>
          <p:nvPr/>
        </p:nvSpPr>
        <p:spPr>
          <a:xfrm>
            <a:off x="3099366" y="1830629"/>
            <a:ext cx="5525703" cy="4591202"/>
          </a:xfrm>
          <a:prstGeom prst="roundRect">
            <a:avLst>
              <a:gd name="adj" fmla="val 6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rcRect l="38" r="38"/>
          <a:stretch/>
        </p:blipFill>
        <p:spPr>
          <a:xfrm>
            <a:off x="3099367" y="1830629"/>
            <a:ext cx="5525702" cy="46037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925105" y="0"/>
            <a:ext cx="426750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925105" y="0"/>
            <a:ext cx="9144" cy="685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381305" y="4762195"/>
            <a:ext cx="1904695" cy="19046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71500" y="381305"/>
            <a:ext cx="48198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결과 상세 화면</a:t>
            </a:r>
            <a:endParaRPr lang="en-US" sz="3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 l="-60" r="-60"/>
          <a:stretch/>
        </p:blipFill>
        <p:spPr>
          <a:xfrm>
            <a:off x="571500" y="1004011"/>
            <a:ext cx="761695" cy="47549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1333195" y="1478585"/>
            <a:ext cx="9525305" cy="495330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1343254" y="1487729"/>
            <a:ext cx="9506102" cy="342900"/>
          </a:xfrm>
          <a:prstGeom prst="roundRect">
            <a:avLst>
              <a:gd name="adj" fmla="val 118519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7"/>
          <p:cNvSpPr/>
          <p:nvPr/>
        </p:nvSpPr>
        <p:spPr>
          <a:xfrm>
            <a:off x="1343254" y="1821485"/>
            <a:ext cx="9506102" cy="9144"/>
          </a:xfrm>
          <a:prstGeom prst="roundRect">
            <a:avLst>
              <a:gd name="adj" fmla="val 4444444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8"/>
          <p:cNvSpPr/>
          <p:nvPr/>
        </p:nvSpPr>
        <p:spPr>
          <a:xfrm>
            <a:off x="1495044" y="1606601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9"/>
          <p:cNvSpPr/>
          <p:nvPr/>
        </p:nvSpPr>
        <p:spPr>
          <a:xfrm>
            <a:off x="1666951" y="1606601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1837944" y="1606601"/>
            <a:ext cx="95098" cy="9509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2"/>
          <p:cNvSpPr/>
          <p:nvPr/>
        </p:nvSpPr>
        <p:spPr>
          <a:xfrm>
            <a:off x="1343254" y="1830629"/>
            <a:ext cx="9506102" cy="4591202"/>
          </a:xfrm>
          <a:prstGeom prst="roundRect">
            <a:avLst>
              <a:gd name="adj" fmla="val 6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238A3FD-9B3C-A11F-6DB4-696BB714F7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402" y="1830629"/>
            <a:ext cx="4958389" cy="44203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B261FA-ABB2-47CC-8624-17E35E2885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6951" y="3251099"/>
            <a:ext cx="3934374" cy="14480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925105" y="0"/>
            <a:ext cx="426750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Shape 3"/>
          <p:cNvSpPr/>
          <p:nvPr/>
        </p:nvSpPr>
        <p:spPr>
          <a:xfrm>
            <a:off x="7925105" y="0"/>
            <a:ext cx="9144" cy="685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381305" y="4762195"/>
            <a:ext cx="1904695" cy="19046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71500" y="381305"/>
            <a:ext cx="361645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문의 접수 알림</a:t>
            </a:r>
            <a:endParaRPr lang="en-US" sz="3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 l="-60" r="-60"/>
          <a:stretch/>
        </p:blipFill>
        <p:spPr>
          <a:xfrm>
            <a:off x="571500" y="1004011"/>
            <a:ext cx="761695" cy="47549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1333195" y="1478585"/>
            <a:ext cx="9525305" cy="495330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1343254" y="1487729"/>
            <a:ext cx="9506102" cy="342900"/>
          </a:xfrm>
          <a:prstGeom prst="roundRect">
            <a:avLst>
              <a:gd name="adj" fmla="val 118519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7"/>
          <p:cNvSpPr/>
          <p:nvPr/>
        </p:nvSpPr>
        <p:spPr>
          <a:xfrm>
            <a:off x="1343254" y="1821485"/>
            <a:ext cx="9506102" cy="9144"/>
          </a:xfrm>
          <a:prstGeom prst="roundRect">
            <a:avLst>
              <a:gd name="adj" fmla="val 4444444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8"/>
          <p:cNvSpPr/>
          <p:nvPr/>
        </p:nvSpPr>
        <p:spPr>
          <a:xfrm>
            <a:off x="1495044" y="1606601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9"/>
          <p:cNvSpPr/>
          <p:nvPr/>
        </p:nvSpPr>
        <p:spPr>
          <a:xfrm>
            <a:off x="1666951" y="1606601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1837944" y="1606601"/>
            <a:ext cx="95098" cy="9509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2"/>
          <p:cNvSpPr/>
          <p:nvPr/>
        </p:nvSpPr>
        <p:spPr>
          <a:xfrm>
            <a:off x="1343254" y="1830629"/>
            <a:ext cx="9506102" cy="4591202"/>
          </a:xfrm>
          <a:prstGeom prst="roundRect">
            <a:avLst>
              <a:gd name="adj" fmla="val 6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3BB0C16-11C4-285F-E13E-0389410A8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9443" y="2530301"/>
            <a:ext cx="6373114" cy="24958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71500" y="381305"/>
            <a:ext cx="6481267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방법 및 기술 요구사항</a:t>
            </a:r>
            <a:endParaRPr lang="en-US" sz="31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 l="-60" r="-60"/>
          <a:stretch/>
        </p:blipFill>
        <p:spPr>
          <a:xfrm>
            <a:off x="571500" y="1004011"/>
            <a:ext cx="761695" cy="47549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571500" y="1922984"/>
            <a:ext cx="5410505" cy="1676095"/>
          </a:xfrm>
          <a:prstGeom prst="roundRect">
            <a:avLst>
              <a:gd name="adj" fmla="val 496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BD5E1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7"/>
          <p:cNvSpPr/>
          <p:nvPr/>
        </p:nvSpPr>
        <p:spPr>
          <a:xfrm>
            <a:off x="809244" y="2161643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1949" y="2313433"/>
            <a:ext cx="228600" cy="22860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533449" y="2161643"/>
            <a:ext cx="43251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원리 (Core Logic)</a:t>
            </a:r>
            <a:endParaRPr lang="en-US" sz="15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33449" y="2608784"/>
            <a:ext cx="95098" cy="95098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1723644" y="2561236"/>
            <a:ext cx="36374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입력 분석: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키워드, 의도, 접수번호 자동 인식</a:t>
            </a:r>
            <a:endParaRPr lang="en-US" sz="11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33449" y="2899564"/>
            <a:ext cx="95098" cy="95098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1723644" y="2852015"/>
            <a:ext cx="3585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</a:t>
            </a: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MySQL </a:t>
            </a:r>
            <a:r>
              <a:rPr lang="en-US" sz="11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조회</a:t>
            </a:r>
            <a:endParaRPr lang="en-US" sz="11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33449" y="3190343"/>
            <a:ext cx="95098" cy="95098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1723644" y="3142794"/>
            <a:ext cx="39118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응답: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검색 결과를 요약하여 Slack 메시지로 전송</a:t>
            </a:r>
            <a:endParaRPr lang="en-US" sz="1100" dirty="0"/>
          </a:p>
        </p:txBody>
      </p:sp>
      <p:sp>
        <p:nvSpPr>
          <p:cNvPr id="23" name="Shape 12"/>
          <p:cNvSpPr/>
          <p:nvPr/>
        </p:nvSpPr>
        <p:spPr>
          <a:xfrm>
            <a:off x="6210605" y="1922984"/>
            <a:ext cx="5410505" cy="1676095"/>
          </a:xfrm>
          <a:prstGeom prst="roundRect">
            <a:avLst>
              <a:gd name="adj" fmla="val 496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BD5E1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3"/>
          <p:cNvSpPr/>
          <p:nvPr/>
        </p:nvSpPr>
        <p:spPr>
          <a:xfrm>
            <a:off x="6448349" y="2161643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6586423" y="2313433"/>
            <a:ext cx="256946" cy="228600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7172554" y="2161643"/>
            <a:ext cx="43251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환경 (Environment)</a:t>
            </a:r>
            <a:endParaRPr lang="en-US" sz="15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72554" y="2608784"/>
            <a:ext cx="95098" cy="95098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7362749" y="2561236"/>
            <a:ext cx="35981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환경: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3.8 이상 설치된 PC (가상환경 권장)</a:t>
            </a:r>
            <a:endParaRPr lang="en-US" sz="11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72554" y="2899564"/>
            <a:ext cx="95098" cy="95098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7362749" y="2852015"/>
            <a:ext cx="36969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파일: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.env 파일에 API 키 및 DB 접속 정보 구성</a:t>
            </a:r>
            <a:endParaRPr lang="en-US" sz="1100" dirty="0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72554" y="3190343"/>
            <a:ext cx="95098" cy="95098"/>
          </a:xfrm>
          <a:prstGeom prst="rect">
            <a:avLst/>
          </a:prstGeom>
        </p:spPr>
      </p:pic>
      <p:sp>
        <p:nvSpPr>
          <p:cNvPr id="32" name="Text 17"/>
          <p:cNvSpPr txBox="1"/>
          <p:nvPr/>
        </p:nvSpPr>
        <p:spPr>
          <a:xfrm>
            <a:off x="7362749" y="3142794"/>
            <a:ext cx="33357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 호환: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Windows, macOS, Linux 모두 지원</a:t>
            </a:r>
            <a:endParaRPr lang="en-US" sz="1100" dirty="0"/>
          </a:p>
        </p:txBody>
      </p:sp>
      <p:sp>
        <p:nvSpPr>
          <p:cNvPr id="33" name="Shape 18"/>
          <p:cNvSpPr/>
          <p:nvPr/>
        </p:nvSpPr>
        <p:spPr>
          <a:xfrm>
            <a:off x="571500" y="3823108"/>
            <a:ext cx="5410505" cy="1676095"/>
          </a:xfrm>
          <a:prstGeom prst="roundRect">
            <a:avLst>
              <a:gd name="adj" fmla="val 496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BD5E1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19"/>
          <p:cNvSpPr/>
          <p:nvPr/>
        </p:nvSpPr>
        <p:spPr>
          <a:xfrm>
            <a:off x="809244" y="4061766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8"/>
          <a:srcRect l="-57" r="-57"/>
          <a:stretch/>
        </p:blipFill>
        <p:spPr>
          <a:xfrm>
            <a:off x="976579" y="4214471"/>
            <a:ext cx="200254" cy="228600"/>
          </a:xfrm>
          <a:prstGeom prst="rect">
            <a:avLst/>
          </a:prstGeom>
        </p:spPr>
      </p:pic>
      <p:sp>
        <p:nvSpPr>
          <p:cNvPr id="36" name="Text 20"/>
          <p:cNvSpPr txBox="1"/>
          <p:nvPr/>
        </p:nvSpPr>
        <p:spPr>
          <a:xfrm>
            <a:off x="1533449" y="4061766"/>
            <a:ext cx="44010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및 서버 요구사항</a:t>
            </a:r>
            <a:endParaRPr lang="en-US" sz="1500" dirty="0"/>
          </a:p>
        </p:txBody>
      </p:sp>
      <p:pic>
        <p:nvPicPr>
          <p:cNvPr id="37" name="Image 1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33449" y="4508908"/>
            <a:ext cx="95098" cy="95098"/>
          </a:xfrm>
          <a:prstGeom prst="rect">
            <a:avLst/>
          </a:prstGeom>
        </p:spPr>
      </p:pic>
      <p:sp>
        <p:nvSpPr>
          <p:cNvPr id="38" name="Text 21"/>
          <p:cNvSpPr txBox="1"/>
          <p:nvPr/>
        </p:nvSpPr>
        <p:spPr>
          <a:xfrm>
            <a:off x="1723644" y="4461359"/>
            <a:ext cx="37664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MySQL 필수: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키워드 기반 티켓 조회 시 DB 연결 필요</a:t>
            </a:r>
            <a:endParaRPr lang="en-US" sz="1100" dirty="0"/>
          </a:p>
        </p:txBody>
      </p:sp>
      <p:pic>
        <p:nvPicPr>
          <p:cNvPr id="39" name="Image 1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33449" y="4799687"/>
            <a:ext cx="95098" cy="95098"/>
          </a:xfrm>
          <a:prstGeom prst="rect">
            <a:avLst/>
          </a:prstGeom>
        </p:spPr>
      </p:pic>
      <p:sp>
        <p:nvSpPr>
          <p:cNvPr id="40" name="Text 22"/>
          <p:cNvSpPr txBox="1"/>
          <p:nvPr/>
        </p:nvSpPr>
        <p:spPr>
          <a:xfrm>
            <a:off x="1723644" y="4752138"/>
            <a:ext cx="42547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옵션: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로컬 PC 실행 가능, 상시 운영 시 사내 VM 권장</a:t>
            </a:r>
            <a:endParaRPr lang="en-US" sz="1100" dirty="0"/>
          </a:p>
        </p:txBody>
      </p:sp>
      <p:pic>
        <p:nvPicPr>
          <p:cNvPr id="41" name="Image 1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33449" y="5090466"/>
            <a:ext cx="95098" cy="95098"/>
          </a:xfrm>
          <a:prstGeom prst="rect">
            <a:avLst/>
          </a:prstGeom>
        </p:spPr>
      </p:pic>
      <p:sp>
        <p:nvSpPr>
          <p:cNvPr id="42" name="Text 23"/>
          <p:cNvSpPr txBox="1"/>
          <p:nvPr/>
        </p:nvSpPr>
        <p:spPr>
          <a:xfrm>
            <a:off x="1723644" y="5042917"/>
            <a:ext cx="34774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 관리: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DB 접근용 Read-Only 계정 사용 권장</a:t>
            </a:r>
            <a:endParaRPr lang="en-US" sz="1100" dirty="0"/>
          </a:p>
        </p:txBody>
      </p:sp>
      <p:sp>
        <p:nvSpPr>
          <p:cNvPr id="43" name="Shape 24"/>
          <p:cNvSpPr/>
          <p:nvPr/>
        </p:nvSpPr>
        <p:spPr>
          <a:xfrm>
            <a:off x="6210605" y="3823108"/>
            <a:ext cx="5410505" cy="1676095"/>
          </a:xfrm>
          <a:prstGeom prst="roundRect">
            <a:avLst>
              <a:gd name="adj" fmla="val 496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BD5E1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25"/>
          <p:cNvSpPr/>
          <p:nvPr/>
        </p:nvSpPr>
        <p:spPr>
          <a:xfrm>
            <a:off x="6448349" y="4061766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17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6572707" y="4214471"/>
            <a:ext cx="286207" cy="228600"/>
          </a:xfrm>
          <a:prstGeom prst="rect">
            <a:avLst/>
          </a:prstGeom>
        </p:spPr>
      </p:pic>
      <p:sp>
        <p:nvSpPr>
          <p:cNvPr id="46" name="Text 26"/>
          <p:cNvSpPr txBox="1"/>
          <p:nvPr/>
        </p:nvSpPr>
        <p:spPr>
          <a:xfrm>
            <a:off x="7172554" y="4061766"/>
            <a:ext cx="44010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 팀 사용 및 확장</a:t>
            </a:r>
            <a:endParaRPr lang="en-US" sz="1500" dirty="0"/>
          </a:p>
        </p:txBody>
      </p:sp>
      <p:pic>
        <p:nvPicPr>
          <p:cNvPr id="47" name="Image 1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72554" y="4508908"/>
            <a:ext cx="95098" cy="95098"/>
          </a:xfrm>
          <a:prstGeom prst="rect">
            <a:avLst/>
          </a:prstGeom>
        </p:spPr>
      </p:pic>
      <p:sp>
        <p:nvSpPr>
          <p:cNvPr id="48" name="Text 27"/>
          <p:cNvSpPr txBox="1"/>
          <p:nvPr/>
        </p:nvSpPr>
        <p:spPr>
          <a:xfrm>
            <a:off x="7362749" y="4461359"/>
            <a:ext cx="39968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 연동: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개인/대표 메일 IMAP 연결로 팀별 알림 구성</a:t>
            </a:r>
            <a:endParaRPr lang="en-US" sz="1100" dirty="0"/>
          </a:p>
        </p:txBody>
      </p:sp>
      <p:pic>
        <p:nvPicPr>
          <p:cNvPr id="49" name="Image 1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72554" y="4799687"/>
            <a:ext cx="95098" cy="95098"/>
          </a:xfrm>
          <a:prstGeom prst="rect">
            <a:avLst/>
          </a:prstGeom>
        </p:spPr>
      </p:pic>
      <p:sp>
        <p:nvSpPr>
          <p:cNvPr id="50" name="Text 28"/>
          <p:cNvSpPr txBox="1"/>
          <p:nvPr/>
        </p:nvSpPr>
        <p:spPr>
          <a:xfrm>
            <a:off x="7362749" y="4752138"/>
            <a:ext cx="39282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라우팅: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필터 조건(도메인, 키워드) 설정으로 채널 분기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250</Words>
  <Application>Microsoft Office PowerPoint</Application>
  <PresentationFormat>Widescreen</PresentationFormat>
  <Paragraphs>46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Noto Sans KR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호인 이</cp:lastModifiedBy>
  <cp:revision>24</cp:revision>
  <dcterms:created xsi:type="dcterms:W3CDTF">2026-02-12T07:50:46Z</dcterms:created>
  <dcterms:modified xsi:type="dcterms:W3CDTF">2026-02-12T08:09:15Z</dcterms:modified>
</cp:coreProperties>
</file>